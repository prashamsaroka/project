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788E0-4C84-42C2-B225-9DC69F9FA49C}" v="4" dt="2026-08-16T11:55:37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-90" y="-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ya yadav" userId="8d2aa124ef6ec502" providerId="LiveId" clId="{74412273-71C1-4659-894E-840E96251C84}"/>
    <pc:docChg chg="custSel addSld delSld modSld">
      <pc:chgData name="soniya yadav" userId="8d2aa124ef6ec502" providerId="LiveId" clId="{74412273-71C1-4659-894E-840E96251C84}" dt="2026-08-16T11:57:32.535" v="394" actId="20577"/>
      <pc:docMkLst>
        <pc:docMk/>
      </pc:docMkLst>
      <pc:sldChg chg="modSp mod">
        <pc:chgData name="soniya yadav" userId="8d2aa124ef6ec502" providerId="LiveId" clId="{74412273-71C1-4659-894E-840E96251C84}" dt="2026-08-16T11:47:57.376" v="101" actId="20577"/>
        <pc:sldMkLst>
          <pc:docMk/>
          <pc:sldMk cId="538754358" sldId="261"/>
        </pc:sldMkLst>
        <pc:spChg chg="mod">
          <ac:chgData name="soniya yadav" userId="8d2aa124ef6ec502" providerId="LiveId" clId="{74412273-71C1-4659-894E-840E96251C84}" dt="2026-08-16T11:47:57.376" v="101" actId="20577"/>
          <ac:spMkLst>
            <pc:docMk/>
            <pc:sldMk cId="538754358" sldId="261"/>
            <ac:spMk id="3" creationId="{B886FDE6-8DA4-F0AB-9F89-B43BD6917A80}"/>
          </ac:spMkLst>
        </pc:spChg>
      </pc:sldChg>
      <pc:sldChg chg="modSp new mod">
        <pc:chgData name="soniya yadav" userId="8d2aa124ef6ec502" providerId="LiveId" clId="{74412273-71C1-4659-894E-840E96251C84}" dt="2026-08-16T11:53:26.742" v="340" actId="20577"/>
        <pc:sldMkLst>
          <pc:docMk/>
          <pc:sldMk cId="2131063344" sldId="262"/>
        </pc:sldMkLst>
        <pc:spChg chg="mod">
          <ac:chgData name="soniya yadav" userId="8d2aa124ef6ec502" providerId="LiveId" clId="{74412273-71C1-4659-894E-840E96251C84}" dt="2026-08-16T11:48:32.351" v="118" actId="14100"/>
          <ac:spMkLst>
            <pc:docMk/>
            <pc:sldMk cId="2131063344" sldId="262"/>
            <ac:spMk id="2" creationId="{F5D7860E-24E9-4EC3-0857-324E3FD4FFBC}"/>
          </ac:spMkLst>
        </pc:spChg>
        <pc:spChg chg="mod">
          <ac:chgData name="soniya yadav" userId="8d2aa124ef6ec502" providerId="LiveId" clId="{74412273-71C1-4659-894E-840E96251C84}" dt="2026-08-16T11:53:26.742" v="340" actId="20577"/>
          <ac:spMkLst>
            <pc:docMk/>
            <pc:sldMk cId="2131063344" sldId="262"/>
            <ac:spMk id="3" creationId="{EE38A2F0-9A5E-A23B-6EAF-9A17453D249B}"/>
          </ac:spMkLst>
        </pc:spChg>
      </pc:sldChg>
      <pc:sldChg chg="modSp new del mod modAnim">
        <pc:chgData name="soniya yadav" userId="8d2aa124ef6ec502" providerId="LiveId" clId="{74412273-71C1-4659-894E-840E96251C84}" dt="2026-08-16T11:55:58.412" v="358" actId="2696"/>
        <pc:sldMkLst>
          <pc:docMk/>
          <pc:sldMk cId="1798122961" sldId="263"/>
        </pc:sldMkLst>
        <pc:spChg chg="mod">
          <ac:chgData name="soniya yadav" userId="8d2aa124ef6ec502" providerId="LiveId" clId="{74412273-71C1-4659-894E-840E96251C84}" dt="2026-08-16T11:55:49.918" v="357" actId="20577"/>
          <ac:spMkLst>
            <pc:docMk/>
            <pc:sldMk cId="1798122961" sldId="263"/>
            <ac:spMk id="2" creationId="{25FCF1E9-AC33-29F6-4E07-8226CD509C98}"/>
          </ac:spMkLst>
        </pc:spChg>
      </pc:sldChg>
      <pc:sldChg chg="modSp new mod">
        <pc:chgData name="soniya yadav" userId="8d2aa124ef6ec502" providerId="LiveId" clId="{74412273-71C1-4659-894E-840E96251C84}" dt="2026-08-16T11:57:32.535" v="394" actId="20577"/>
        <pc:sldMkLst>
          <pc:docMk/>
          <pc:sldMk cId="2816051890" sldId="263"/>
        </pc:sldMkLst>
        <pc:spChg chg="mod">
          <ac:chgData name="soniya yadav" userId="8d2aa124ef6ec502" providerId="LiveId" clId="{74412273-71C1-4659-894E-840E96251C84}" dt="2026-08-16T11:57:32.535" v="394" actId="20577"/>
          <ac:spMkLst>
            <pc:docMk/>
            <pc:sldMk cId="2816051890" sldId="263"/>
            <ac:spMk id="2" creationId="{05725DA0-A9A3-C837-EB53-2E692EC7B6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4803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51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6282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3065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7004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5682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5732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9945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26612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271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6708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374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407341CD-AB25-A2CB-F590-1B1E3DE9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 Black" panose="020B0A04020102020204" pitchFamily="34" charset="0"/>
              </a:rPr>
              <a:t>DATA CRYPTOGRAPHY USING C++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BA48BF7A-B10D-E9CE-692C-25AAF805E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590742"/>
            <a:ext cx="8946541" cy="2657657"/>
          </a:xfrm>
        </p:spPr>
        <p:txBody>
          <a:bodyPr/>
          <a:lstStyle/>
          <a:p>
            <a:r>
              <a:rPr lang="en-US" dirty="0"/>
              <a:t>Prashamsa Roka(PUR082BCT053)</a:t>
            </a:r>
          </a:p>
          <a:p>
            <a:r>
              <a:rPr lang="en-US" dirty="0"/>
              <a:t>Pratima Sah(PUR082BCT0055)</a:t>
            </a:r>
          </a:p>
          <a:p>
            <a:r>
              <a:rPr lang="en-US" dirty="0"/>
              <a:t>Rama Baitha(PUR082BCT062)</a:t>
            </a:r>
          </a:p>
          <a:p>
            <a:r>
              <a:rPr lang="en-US" dirty="0"/>
              <a:t>Soniya Yadav(PUR082BCT085)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F480C55-891A-9ABA-29C9-46BF59F9A8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88548" y="1199535"/>
            <a:ext cx="2207452" cy="239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202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34CE86-64C5-CD3F-06BE-F57FD1B3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980" y="365125"/>
            <a:ext cx="8128819" cy="1325563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4A7421-FD71-1600-8100-D235E0EE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1)Demonstrates basic data cryptography using C++</a:t>
            </a:r>
          </a:p>
          <a:p>
            <a:pPr marL="0" indent="0">
              <a:buNone/>
            </a:pPr>
            <a:r>
              <a:rPr lang="en-US" dirty="0"/>
              <a:t>2)Secure login and user registration</a:t>
            </a:r>
          </a:p>
          <a:p>
            <a:pPr marL="0" indent="0">
              <a:buNone/>
            </a:pPr>
            <a:r>
              <a:rPr lang="en-US" dirty="0"/>
              <a:t>3)Uses </a:t>
            </a:r>
            <a:r>
              <a:rPr lang="en-US" dirty="0" err="1"/>
              <a:t>Vigenere</a:t>
            </a:r>
            <a:r>
              <a:rPr lang="en-US" dirty="0"/>
              <a:t> Cipher for encryption </a:t>
            </a:r>
          </a:p>
          <a:p>
            <a:pPr marL="0" indent="0">
              <a:buNone/>
            </a:pPr>
            <a:r>
              <a:rPr lang="en-US" dirty="0"/>
              <a:t>4)Decrypts data using the correct key</a:t>
            </a:r>
          </a:p>
          <a:p>
            <a:pPr marL="0" indent="0">
              <a:buNone/>
            </a:pPr>
            <a:r>
              <a:rPr lang="en-US" dirty="0"/>
              <a:t>5)Handles </a:t>
            </a:r>
            <a:r>
              <a:rPr lang="en-US" dirty="0" err="1"/>
              <a:t>encryption,decryption</a:t>
            </a:r>
            <a:r>
              <a:rPr lang="en-US" dirty="0"/>
              <a:t> and files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735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242F7D-C366-0532-33E8-977A7929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626" y="365125"/>
            <a:ext cx="2900516" cy="1325563"/>
          </a:xfrm>
        </p:spPr>
        <p:txBody>
          <a:bodyPr/>
          <a:lstStyle/>
          <a:p>
            <a:r>
              <a:rPr lang="en-US" dirty="0"/>
              <a:t>OBJECTIVES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AFEFAD-B25D-DB98-1EFB-D6666D90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lightweight Cryptographic system in C++ using OOP concepts</a:t>
            </a:r>
          </a:p>
          <a:p>
            <a:r>
              <a:rPr lang="en-US" dirty="0"/>
              <a:t>To provide secure login and registration</a:t>
            </a:r>
          </a:p>
          <a:p>
            <a:r>
              <a:rPr lang="en-US" dirty="0"/>
              <a:t>To encrypt and decrypt stored data </a:t>
            </a:r>
          </a:p>
          <a:p>
            <a:r>
              <a:rPr lang="en-US" dirty="0"/>
              <a:t>To apply file handling in 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7368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5587BD-6B16-F736-2F22-CFA778FA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994" y="365126"/>
            <a:ext cx="3834580" cy="1060552"/>
          </a:xfrm>
        </p:spPr>
        <p:txBody>
          <a:bodyPr/>
          <a:lstStyle/>
          <a:p>
            <a:r>
              <a:rPr lang="en-US" dirty="0"/>
              <a:t>SYSTEM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FBB10E-1554-899F-4F27-AB1934C65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90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CEF8BD-0889-D30E-EE97-F9C581EC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181" y="365125"/>
            <a:ext cx="3775588" cy="1325563"/>
          </a:xfrm>
        </p:spPr>
        <p:txBody>
          <a:bodyPr/>
          <a:lstStyle/>
          <a:p>
            <a:r>
              <a:rPr lang="en-US" dirty="0"/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1F1902-9281-DC80-0336-C5BB33447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9573"/>
            <a:ext cx="10515600" cy="3807389"/>
          </a:xfrm>
        </p:spPr>
        <p:txBody>
          <a:bodyPr/>
          <a:lstStyle/>
          <a:p>
            <a:r>
              <a:rPr lang="en-US" dirty="0"/>
              <a:t>Allows users to login using a username and password</a:t>
            </a:r>
          </a:p>
          <a:p>
            <a:r>
              <a:rPr lang="en-US" dirty="0"/>
              <a:t>Encrypts sensitive data before storing it in a file</a:t>
            </a:r>
          </a:p>
          <a:p>
            <a:r>
              <a:rPr lang="en-US" dirty="0"/>
              <a:t>Stores encrypted data securely to prevent unauthorized access</a:t>
            </a:r>
          </a:p>
          <a:p>
            <a:r>
              <a:rPr lang="en-US" dirty="0"/>
              <a:t>Allows authorized users to decrypt and view the original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1912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761989-94AA-EEB6-82B3-C24CBD50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86FDE6-8DA4-F0AB-9F89-B43BD6917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 : C++</a:t>
            </a:r>
          </a:p>
          <a:p>
            <a:r>
              <a:rPr lang="en-US" dirty="0"/>
              <a:t>Core Libraries : </a:t>
            </a:r>
            <a:r>
              <a:rPr lang="en-US" dirty="0" err="1"/>
              <a:t>iostream,fstream,string,limit</a:t>
            </a:r>
            <a:endParaRPr lang="en-US" dirty="0"/>
          </a:p>
          <a:p>
            <a:r>
              <a:rPr lang="en-US" dirty="0"/>
              <a:t>Networking Utilities:</a:t>
            </a:r>
          </a:p>
          <a:p>
            <a:r>
              <a:rPr lang="en-IN" dirty="0"/>
              <a:t>Development Environment: VS code</a:t>
            </a:r>
          </a:p>
          <a:p>
            <a:r>
              <a:rPr lang="en-IN" dirty="0"/>
              <a:t>Compiler: MinGW</a:t>
            </a:r>
          </a:p>
          <a:p>
            <a:r>
              <a:rPr lang="en-IN" dirty="0"/>
              <a:t>Testing Utility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3875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D7860E-24E9-4EC3-0857-324E3FD4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365125"/>
            <a:ext cx="2812026" cy="1325563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38A2F0-9A5E-A23B-6EAF-9A17453D2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Implemented a functional academic Cryptographic-system</a:t>
            </a:r>
          </a:p>
          <a:p>
            <a:r>
              <a:rPr lang="en-US" dirty="0"/>
              <a:t>Improved understanding of </a:t>
            </a:r>
            <a:r>
              <a:rPr lang="en-US" dirty="0" err="1"/>
              <a:t>encryption,decryption</a:t>
            </a:r>
            <a:r>
              <a:rPr lang="en-US" dirty="0"/>
              <a:t> and data handling</a:t>
            </a:r>
          </a:p>
          <a:p>
            <a:r>
              <a:rPr lang="en-US" dirty="0"/>
              <a:t>Built a strong foundation for future security and scalability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31063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725DA0-A9A3-C837-EB53-2E692EC7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671" y="2054942"/>
            <a:ext cx="3087330" cy="1494504"/>
          </a:xfrm>
        </p:spPr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      Q &amp;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1605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148</TotalTime>
  <Words>168</Words>
  <Application>Microsoft Office PowerPoint</Application>
  <PresentationFormat>Custom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2013 - 2022 Theme</vt:lpstr>
      <vt:lpstr>DATA CRYPTOGRAPHY USING C++</vt:lpstr>
      <vt:lpstr>INTRODUCTION</vt:lpstr>
      <vt:lpstr>OBJECTIVES </vt:lpstr>
      <vt:lpstr>SYSTEM DESIGN</vt:lpstr>
      <vt:lpstr>KEY FEATURES</vt:lpstr>
      <vt:lpstr>UTILITIES USED</vt:lpstr>
      <vt:lpstr>conclusion</vt:lpstr>
      <vt:lpstr>Thank you!       Q &amp; A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CRYPTOGRAPHY USING C++</dc:title>
  <dc:creator>soniya yadav</dc:creator>
  <cp:lastModifiedBy>Dumar</cp:lastModifiedBy>
  <cp:revision>1</cp:revision>
  <dcterms:created xsi:type="dcterms:W3CDTF">2026-08-16T09:28:38Z</dcterms:created>
  <dcterms:modified xsi:type="dcterms:W3CDTF">2026-08-17T13:04:27Z</dcterms:modified>
</cp:coreProperties>
</file>